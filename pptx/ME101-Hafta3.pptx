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&#65279;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</p:sldIdLst>
  <p:sldSz cx="12192000" cy="6858000"/>
  <p:notesSz cx="6858000" cy="9144000"/>
</p:presentation>
</file>

<file path=ppt/_rels/presentation.xml.rels>&#65279;<?xml version="1.0" encoding="UTF-8" standalone="yes"?>
<Relationships xmlns="http://schemas.openxmlformats.org/package/2006/relationships">
  <Relationship Id="rId1" Type="http://schemas.openxmlformats.org/officeDocument/2006/relationships/slide" Target="slides/slide1.xml"/><Relationship Id="rId2" Type="http://schemas.openxmlformats.org/officeDocument/2006/relationships/slide" Target="slides/slide2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>
          <a:xfrm>
            <a:off x="685800" y="457200"/>
            <a:ext cx="10820400" cy="1143000"/>
          </a:xfrm>
        </p:spPr>
        <p:txBody>
          <a:bodyPr/>
          <a:lstStyle/>
          <a:p>
            <a:r>
              <a:rPr lang="tr-TR" sz="3600" b="1"/>
              <a:t>ME 101 - 3. Hafta: Malzeme Bilimi ve Cekme Deneyi</a:t>
            </a:r>
          </a:p>
        </p:txBody>
      </p:sp>
      <p:sp>
        <p:nvSpPr>
          <p:cNvPr id="3" name="Content 2"/>
          <p:cNvSpPr/>
          <p:nvPr>
            <p:ph idx="1"/>
          </p:nvPr>
        </p:nvSpPr>
        <p:spPr>
          <a:xfrm>
            <a:off x="685800" y="1828800"/>
            <a:ext cx="10820400" cy="4343400"/>
          </a:xfrm>
        </p:spPr>
        <p:txBody>
          <a:bodyPr/>
          <a:lstStyle/>
          <a:p>
            <a:r>
              <a:rPr lang="tr-TR" sz="2200"/>
              <a:t>Normal Gerilme: sigma = F / A0 [MPa]</a:t>
            </a:r>
          </a:p>
          <a:p>
            <a:r>
              <a:rPr lang="tr-TR" sz="2200"/>
              <a:t>Birim Sekil Degistirme: epsilon = Delta L / L0</a:t>
            </a:r>
          </a:p>
          <a:p>
            <a:r>
              <a:rPr lang="tr-TR" sz="2200"/>
              <a:t>Hooke Yasasi: sigma = E . epsilon (Elastik Bolge)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>
          <a:xfrm>
            <a:off x="685800" y="457200"/>
            <a:ext cx="10820400" cy="1143000"/>
          </a:xfrm>
        </p:spPr>
        <p:txBody>
          <a:bodyPr/>
          <a:lstStyle/>
          <a:p>
            <a:r>
              <a:rPr lang="tr-TR" sz="3600" b="1"/>
              <a:t>Gerilme - Birim Sekil Degistirme (sigma - epsilon) Diyagrami</a:t>
            </a:r>
          </a:p>
        </p:txBody>
      </p:sp>
      <p:sp>
        <p:nvSpPr>
          <p:cNvPr id="3" name="Content 2"/>
          <p:cNvSpPr/>
          <p:nvPr>
            <p:ph idx="1"/>
          </p:nvPr>
        </p:nvSpPr>
        <p:spPr>
          <a:xfrm>
            <a:off x="685800" y="1828800"/>
            <a:ext cx="10820400" cy="4343400"/>
          </a:xfrm>
        </p:spPr>
        <p:txBody>
          <a:bodyPr/>
          <a:lstStyle/>
          <a:p>
            <a:r>
              <a:rPr lang="tr-TR" sz="2200"/>
              <a:t>1. Elastik Bolge (Kalici deformasyon yok)</a:t>
            </a:r>
          </a:p>
          <a:p>
            <a:r>
              <a:rPr lang="tr-TR" sz="2200"/>
              <a:t>2. Akma Noktasi (Plastik deformasyon baslangici)</a:t>
            </a:r>
          </a:p>
          <a:p>
            <a:r>
              <a:rPr lang="tr-TR" sz="2200"/>
              <a:t>3. Peklesme Bolgesi ve Cekme Dayanimi (Rm)</a:t>
            </a:r>
          </a:p>
          <a:p>
            <a:r>
              <a:rPr lang="tr-TR" sz="2200"/>
              <a:t>4. Boyun Verme (Necking) ve Kopma</a:t>
            </a:r>
          </a:p>
        </p:txBody>
      </p:sp>
    </p:spTree>
  </p:cSld>
</p:sld>
</file>