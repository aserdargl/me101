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&#65279;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  <p:notesSz cx="6858000" cy="9144000"/>
</p:presentation>
</file>

<file path=ppt/_rels/presentation.xml.rels>&#65279;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10820400" cy="1143000"/>
          </a:xfrm>
        </p:spPr>
        <p:txBody>
          <a:bodyPr/>
          <a:lstStyle/>
          <a:p>
            <a:r>
              <a:rPr lang="tr-TR" sz="3600" b="1"/>
              <a:t>ME 101 - 4. Hafta: Krank-Biyel (Piston) Mekanizmasi</a:t>
            </a:r>
          </a:p>
        </p:txBody>
      </p:sp>
      <p:sp>
        <p:nvSpPr>
          <p:cNvPr id="3" name="Content 2"/>
          <p:cNvSpPr/>
          <p:nvPr>
            <p:ph idx="1"/>
          </p:nvPr>
        </p:nvSpPr>
        <p:spPr>
          <a:xfrm>
            <a:off x="685800" y="1828800"/>
            <a:ext cx="10820400" cy="4343400"/>
          </a:xfrm>
        </p:spPr>
        <p:txBody>
          <a:bodyPr/>
          <a:lstStyle/>
          <a:p>
            <a:r>
              <a:rPr lang="tr-TR" sz="2200"/>
              <a:t>Donme hareketini dogrusal gidip-gelme hareketine donusturur.</a:t>
            </a:r>
          </a:p>
          <a:p>
            <a:r>
              <a:rPr lang="tr-TR" sz="2200"/>
              <a:t>Strok (Kurs Boyu): H = 2 . r (Ust Olu Nokta - Alt Olu Nokta arasi)</a:t>
            </a:r>
          </a:p>
          <a:p>
            <a:r>
              <a:rPr lang="tr-TR" sz="2200"/>
              <a:t>Icten yanmali motorlar ve pistonlu kompresorlerin temelidir.</a:t>
            </a:r>
          </a:p>
        </p:txBody>
      </p:sp>
    </p:spTree>
  </p:cSld>
</p:sld>
</file>