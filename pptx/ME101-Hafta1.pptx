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&#65279;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10820400" cy="1143000"/>
          </a:xfrm>
        </p:spPr>
        <p:txBody>
          <a:bodyPr/>
          <a:lstStyle/>
          <a:p>
            <a:r>
              <a:rPr lang="tr-TR" sz="3600" b="1"/>
              <a:t>ME 101 - 1. Hafta: Makine Muhendisligi Nedir?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685800" y="1828800"/>
            <a:ext cx="10820400" cy="4343400"/>
          </a:xfrm>
        </p:spPr>
        <p:txBody>
          <a:bodyPr/>
          <a:lstStyle/>
          <a:p>
            <a:r>
              <a:rPr lang="tr-TR" sz="2200"/>
              <a:t>Fizik, matematik ve malzeme bilimi ilkeleriyle enerji ve hareket sistemleri tasarimi.</a:t>
            </a:r>
          </a:p>
          <a:p>
            <a:r>
              <a:rPr lang="tr-TR" sz="2200"/>
              <a:t>Fikirden urune: Enerjiyi faydali mekanik ise donusturme.</a:t>
            </a:r>
          </a:p>
          <a:p>
            <a:r>
              <a:rPr lang="tr-TR" sz="2200"/>
              <a:t>Guc (P) = Tork (T) x Acisal Hiz (w)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10820400" cy="1143000"/>
          </a:xfrm>
        </p:spPr>
        <p:txBody>
          <a:bodyPr/>
          <a:lstStyle/>
          <a:p>
            <a:r>
              <a:rPr lang="tr-TR" sz="3600" b="1"/>
              <a:t>Sanayi Devrimleri ve Evrim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685800" y="1828800"/>
            <a:ext cx="10820400" cy="4343400"/>
          </a:xfrm>
        </p:spPr>
        <p:txBody>
          <a:bodyPr/>
          <a:lstStyle/>
          <a:p>
            <a:r>
              <a:rPr lang="tr-TR" sz="2200"/>
              <a:t>Endustri 1.0: Buhar makinesi ve mekanizasyon (1780)</a:t>
            </a:r>
          </a:p>
          <a:p>
            <a:r>
              <a:rPr lang="tr-TR" sz="2200"/>
              <a:t>Endustri 2.0: Seri uretim ve icten yanmali motorlar (1870)</a:t>
            </a:r>
          </a:p>
          <a:p>
            <a:r>
              <a:rPr lang="tr-TR" sz="2200"/>
              <a:t>Endustri 3.0 ve 4.0: CNC, Robotik, CAD/CAE ve Dijital Ikiz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10820400" cy="1143000"/>
          </a:xfrm>
        </p:spPr>
        <p:txBody>
          <a:bodyPr/>
          <a:lstStyle/>
          <a:p>
            <a:r>
              <a:rPr lang="tr-TR" sz="3600" b="1"/>
              <a:t>Makine Muhendisliginin 5 Ana Anabilim Dali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685800" y="1828800"/>
            <a:ext cx="10820400" cy="4343400"/>
          </a:xfrm>
        </p:spPr>
        <p:txBody>
          <a:bodyPr/>
          <a:lstStyle/>
          <a:p>
            <a:r>
              <a:rPr lang="tr-TR" sz="2200"/>
              <a:t>1. Konstruksiyon ve Imalat</a:t>
            </a:r>
          </a:p>
          <a:p>
            <a:r>
              <a:rPr lang="tr-TR" sz="2200"/>
              <a:t>2. Mekanik ve Mukavemet</a:t>
            </a:r>
          </a:p>
          <a:p>
            <a:r>
              <a:rPr lang="tr-TR" sz="2200"/>
              <a:t>3. Termodinamik ve Isi Teknigi</a:t>
            </a:r>
          </a:p>
          <a:p>
            <a:r>
              <a:rPr lang="tr-TR" sz="2200"/>
              <a:t>4. Makine Teorisi, Sistem Dinamigi ve Kontrol</a:t>
            </a:r>
          </a:p>
          <a:p>
            <a:r>
              <a:rPr lang="tr-TR" sz="2200"/>
              <a:t>5. Otomotiv ve Enerji Sistemleri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10820400" cy="1143000"/>
          </a:xfrm>
        </p:spPr>
        <p:txBody>
          <a:bodyPr/>
          <a:lstStyle/>
          <a:p>
            <a:r>
              <a:rPr lang="tr-TR" sz="3600" b="1"/>
              <a:t>Disli Carklar ve Cevrim Orani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685800" y="1828800"/>
            <a:ext cx="10820400" cy="4343400"/>
          </a:xfrm>
        </p:spPr>
        <p:txBody>
          <a:bodyPr/>
          <a:lstStyle/>
          <a:p>
            <a:r>
              <a:rPr lang="tr-TR" sz="2200"/>
              <a:t>Cevrim Orani: i = N2 / N1 = w1 / w2 = T2 / T1</a:t>
            </a:r>
          </a:p>
          <a:p>
            <a:r>
              <a:rPr lang="tr-TR" sz="2200"/>
              <a:t>Hiz dusurulurken dondurme momenti (tork) artar.</a:t>
            </a:r>
          </a:p>
        </p:txBody>
      </p:sp>
    </p:spTree>
  </p:cSld>
</p:sld>
</file>