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  <p:notesSz cx="6858000" cy="9144000"/>
</p:presentation>
</file>

<file path=ppt/_rels/presentation.xml.rels>&#65279;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10820400" cy="1143000"/>
          </a:xfrm>
        </p:spPr>
        <p:txBody>
          <a:bodyPr/>
          <a:lstStyle/>
          <a:p>
            <a:r>
              <a:rPr lang="tr-TR" sz="3600" b="1"/>
              <a:t>ME 101 - 2. Hafta: Kuvvet, Moment ve Statik Denge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685800" y="1828800"/>
            <a:ext cx="10820400" cy="4343400"/>
          </a:xfrm>
        </p:spPr>
        <p:txBody>
          <a:bodyPr/>
          <a:lstStyle/>
          <a:p>
            <a:r>
              <a:rPr lang="tr-TR" sz="2200"/>
              <a:t>Denge Denklemleri: Toplam Fx = 0, Toplam Fy = 0, Toplam M = 0</a:t>
            </a:r>
          </a:p>
          <a:p>
            <a:r>
              <a:rPr lang="tr-TR" sz="2200"/>
              <a:t>Kuvvet (N): Hareket veya sekil degistirme etkisi</a:t>
            </a:r>
          </a:p>
          <a:p>
            <a:r>
              <a:rPr lang="tr-TR" sz="2200"/>
              <a:t>Moment (N.m): Kuvvet x Dik Uzaklik (M = F . d)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10820400" cy="1143000"/>
          </a:xfrm>
        </p:spPr>
        <p:txBody>
          <a:bodyPr/>
          <a:lstStyle/>
          <a:p>
            <a:r>
              <a:rPr lang="tr-TR" sz="3600" b="1"/>
              <a:t>Ankastre Kiris Egilme ve FEA Gerilme Analizi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685800" y="1828800"/>
            <a:ext cx="10820400" cy="4343400"/>
          </a:xfrm>
        </p:spPr>
        <p:txBody>
          <a:bodyPr/>
          <a:lstStyle/>
          <a:p>
            <a:r>
              <a:rPr lang="tr-TR" sz="2200"/>
              <a:t>Maksimum Egilme Momenti: M_max = F . L</a:t>
            </a:r>
          </a:p>
          <a:p>
            <a:r>
              <a:rPr lang="tr-TR" sz="2200"/>
              <a:t>Maksimum Cokme (Sehim): delta = (F . L^3) / (3 . E . I)</a:t>
            </a:r>
          </a:p>
          <a:p>
            <a:r>
              <a:rPr lang="tr-TR" sz="2200"/>
              <a:t>Emniyet Katsayisi: S = sigma_akma / sigma_max</a:t>
            </a:r>
          </a:p>
        </p:txBody>
      </p:sp>
    </p:spTree>
  </p:cSld>
</p:sld>
</file>